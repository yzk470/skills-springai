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语言简介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一次编写，到处运行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27432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7744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是一种面向对象的编程语言，由 Sun Microsystems 公司（现属 Oracle）于 1995 年发布。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其核心理念 "一次编写，到处运行" 得益于 Java 虚拟机（JVM）的跨平台特性，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使得 Java 应用可以在任何支持 JVM 的平台上运行，无需重新编译。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历经近30年的发展，Java 已成为全球最流行的编程语言之一，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在企业级应用、Android 开发、大数据、云计算等领域占据主导地位。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最新版本: Java 21 LTS  |  发布于 2023年9月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核心特性与应用领域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核心特性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73152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面向对象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封装、继承、多态三大特性，代码复用性高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强类型安全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编译时类型检查，减少运行时错误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自动内存管理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垃圾回收(GC)机制，开发者无需手动释放内存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丰富的标准库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JDK 提供海量 API，涵盖集合、IO、网络等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多线程支持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内置并发编程能力，高性能处理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跨平台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JVM 实现平台无关性，一次编译到处运行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应用领域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46320" y="1600200"/>
            <a:ext cx="731520" cy="2743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69164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企业级应用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/ Jakarta EE 框架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开发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全球最大的移动操作系统原生开发语言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大数据生态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Hadoop / Spark / Flink 等核心技术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微服务架构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Cloud / Docker 容器化部署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金融与银行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高并发、高可靠交易系统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云计算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 / Azure Functions 云函数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7731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 |  面向未来，持续进化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Java语言简介</dc:title>
  <dc:subject>PptxGenJS Presentation</dc:subject>
  <dc:creator>AI Assistant</dc:creator>
  <cp:lastModifiedBy>AI Assistant</cp:lastModifiedBy>
  <cp:revision>1</cp:revision>
  <dcterms:created xsi:type="dcterms:W3CDTF">2026-05-27T12:51:27Z</dcterms:created>
  <dcterms:modified xsi:type="dcterms:W3CDTF">2026-05-27T12:51:27Z</dcterms:modified>
</cp:coreProperties>
</file>