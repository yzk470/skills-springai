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6576" cy="2926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考 加 油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金榜题名 · 前程似锦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320040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乾坤未定，你我皆是黑马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高考倒计时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3716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2025年6月7日 · 全国高考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2377440" cy="91440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6月7日 09:00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840480"/>
            <a:ext cx="2377440" cy="914400"/>
          </a:xfrm>
          <a:prstGeom prst="rect">
            <a:avLst/>
          </a:prstGeom>
          <a:solidFill>
            <a:srgbClr val="1A237E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6月7日 15:00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3840480"/>
            <a:ext cx="2377440" cy="914400"/>
          </a:xfrm>
          <a:prstGeom prst="rect">
            <a:avLst/>
          </a:prstGeom>
          <a:solidFill>
            <a:srgbClr val="4CAF50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6月8日 15:00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考前冲刺建议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回归基础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梳理知识框架，巩固基础考点，不钻牛角尖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" cy="8686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真题演练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近5年高考真题限时训练，熟悉题型与节奏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回顾错题本，分析易错点，避免重复犯错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206240"/>
            <a:ext cx="73152" cy="8686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调整心态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617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保持自信，适当放松，保证充足睡眠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各科备考要点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古诗文默写不丢分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作文素材多积累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阅读理解抓主旨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公式定理烂熟于心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计算能力要过硬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压轴题分段得分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高频词汇再过一遍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作文模板要背熟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听力保持每日练习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心态决定状态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相信自己，你比想象中更强大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2057400"/>
            <a:ext cx="64008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保持平常心，把高考当作一次普通考试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2880360"/>
            <a:ext cx="64008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紧张是正常的，适度的紧张有助于发挥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63040" y="3703320"/>
            <a:ext cx="64008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考完一科忘一科，不对答案，专注下一科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👨‍👩‍👧‍👦 家长寄语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" cy="2926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孩子，高考是人生的重要一站，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但不是终点。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无论结果如何，爸爸妈妈永远是你最坚强的后盾。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放平心态，全力以赴，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你努力的样子，就是最美的风景！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0" y="3474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考前注意事项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准考证、身份证提前装袋，放在透明文件袋中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470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8470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2B铅笔、0.5mm黑色签字笔、橡皮、尺子等备齐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5054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提前踩点考场路线，考试当天提前30分钟到达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63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考前不要熬夜，调整作息，保证精力充沛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221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🍎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饮食清淡，不吃生冷油腻，避免肠胃不适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480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手机等电子设备严禁带入考场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送给每一位高考学子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1005840"/>
            <a:ext cx="365760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237744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金榜题名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37744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旗开得胜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237744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8076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前程似锦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237744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马到成功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37744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心想事成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80760" y="2743200"/>
            <a:ext cx="237744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蟾宫折桂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油 ！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愿你合上笔盖的那一刻，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有侠客收剑入鞘的骄傲！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致2025届高考生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高考加油！</dc:title>
  <dc:subject>PptxGenJS Presentation</dc:subject>
  <dc:creator>AI Assistant</dc:creator>
  <cp:lastModifiedBy>AI Assistant</cp:lastModifiedBy>
  <cp:revision>1</cp:revision>
  <dcterms:created xsi:type="dcterms:W3CDTF">2026-05-27T13:18:49Z</dcterms:created>
  <dcterms:modified xsi:type="dcterms:W3CDTF">2026-05-27T13:18:49Z</dcterms:modified>
</cp:coreProperties>
</file>