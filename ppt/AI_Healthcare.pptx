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人工智能在医疗领域的应用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Transforming Healthcare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566160"/>
            <a:ext cx="2743200" cy="36576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 | 行业洞察报告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AI医疗概览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人工智能正在深刻改变医疗健康领域，从疾病诊断到药物研发，从个性化治疗到医疗管理，AI技术正在为医疗行业带来前所未有的创新与效率提升。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据市场研究预测，全球AI医疗市场规模将从2023年的约150亿美元增长到2030年的超过1800亿美元，年复合增长率超过40%。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920240" cy="164592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017520"/>
            <a:ext cx="54864" cy="16459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108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年复合增长率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3017520"/>
            <a:ext cx="1920240" cy="164592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3017520"/>
            <a:ext cx="54864" cy="164592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3108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1800亿$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4320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2030年市场规模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1920240" cy="164592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3017520"/>
            <a:ext cx="54864" cy="164592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108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9204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医疗机构已采用AI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3017520"/>
            <a:ext cx="1920240" cy="164592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3017520"/>
            <a:ext cx="54864" cy="16459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3108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4088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诊断效率提升倍数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核心应用领域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160020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🩻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医学影像诊断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AI辅助X光、CT、MRI影像分析，检测肿瘤、骨折等异常，准确率可达95%以上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0020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3212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药物研发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1737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利用深度学习加速药物分子筛选，将新药研发周期从10年缩短至3-5年，降低研发成本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60020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🩺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智能诊疗助手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AI辅助临床决策，分析患者数据提供诊断建议，帮助医生提高诊疗准确性和效率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3931920" cy="160020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健康管理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3212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可穿戴设备+AI算法实现疾病早期预警、慢性病管理、个性化健康方案推荐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技术栈与挑战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深度学习与卷积神经网络（CNN）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自然语言处理（NLP）与医学文本分析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计算机视觉与图像识别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强化学习与治疗策略优化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大语言模型（LLM）与医学知识库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联邦学习与隐私保护计算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数据隐私与安全合规（HIPAA等法规）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算法可解释性与黑箱问题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医疗数据质量与标注成本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监管审批与伦理审查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AI模型的泛化能力与偏见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医患信任与技术接受度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42062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数据隐私和算法可解释性是当前AI医疗落地的最大瓶颈，联邦学习和可解释AI（XAI）是主要解决方案方向。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未来展望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2560320"/>
          </a:xfrm>
          <a:prstGeom prst="rect">
            <a:avLst/>
          </a:prstGeom>
          <a:solidFill>
            <a:srgbClr val="1E4D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精准医疗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914400" cy="27432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60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基于基因组学、蛋白质组学与AI分析，实现真正个性化的疾病预防、诊断和治疗方案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51760" cy="2560320"/>
          </a:xfrm>
          <a:prstGeom prst="rect">
            <a:avLst/>
          </a:prstGeom>
          <a:solidFill>
            <a:srgbClr val="1E4D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AI辅助手术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20440" y="2423160"/>
            <a:ext cx="914400" cy="27432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560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手术机器人结合AI视觉与决策系统，实现微创、精准、自主化的手术操作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651760" cy="2560320"/>
          </a:xfrm>
          <a:prstGeom prst="rect">
            <a:avLst/>
          </a:prstGeom>
          <a:solidFill>
            <a:srgbClr val="1E4D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远程智能医疗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0" y="2423160"/>
            <a:ext cx="914400" cy="27432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560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5G+AI+物联网构建远程诊疗体系，让优质医疗资源覆盖偏远地区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1E4D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1148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人工智能不会替代医生，但善用AI的医生将替代不善用AI的医生。</a:t>
            </a:r>
            <a:pPr algn="ctr" indent="0" marL="0">
              <a:buNone/>
            </a:pPr>
            <a:r>
              <a:rPr lang="en-US" sz="1200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—— 未来医疗的核心是人机协作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人工智能在医疗领域的应用</dc:title>
  <dc:subject>PptxGenJS Presentation</dc:subject>
  <dc:creator>AI Assistant</dc:creator>
  <cp:lastModifiedBy>AI Assistant</cp:lastModifiedBy>
  <cp:revision>1</cp:revision>
  <dcterms:created xsi:type="dcterms:W3CDTF">2026-05-27T12:09:23Z</dcterms:created>
  <dcterms:modified xsi:type="dcterms:W3CDTF">2026-05-27T12:09:23Z</dcterms:modified>
</cp:coreProperties>
</file>