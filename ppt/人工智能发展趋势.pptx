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3657600" cy="36576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926080"/>
            <a:ext cx="4114800" cy="41148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4389120"/>
            <a:ext cx="73152" cy="7315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389120"/>
            <a:ext cx="73152" cy="7315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4389120"/>
            <a:ext cx="73152" cy="7315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人工智能发展趋势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· 前沿洞察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从大语言模型到通用人工智能的演进之路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114800"/>
            <a:ext cx="2286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2025年3月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七大核心趋势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2025年AI发展的关键方向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19202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文本、图像、视频、音频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多模态融合理解与生成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7373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1737360"/>
            <a:ext cx="192024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Agent智能体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88920" y="2286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自主决策、工具调用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多智能体协作完成复杂任务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7373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737360"/>
            <a:ext cx="19202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边缘AI部署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2286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端侧推理、隐私保护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低延迟、离线运行能力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17373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0" y="1737360"/>
            <a:ext cx="19202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开源大模型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95160" y="2286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Llama、Mistral等开源模型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性能逼近闭源模型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00200" y="33832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600200" y="3383280"/>
            <a:ext cx="192024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173736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AI编程革命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737360" y="3931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AI辅助代码生成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从Copilot到全自动编程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03320" y="33832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03320" y="3383280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垂直行业AI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840480" y="3931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医疗、金融、法律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行业专用模型深度定制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06440" y="338328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06440" y="3383280"/>
            <a:ext cx="19202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AI安全与治理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943600" y="3931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模型对齐、内容安全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AI监管框架与伦理规范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总结与展望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迈向通用人工智能之路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8288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全球AI市场规模预计2025年突破5000亿美元，年复合增长率超35%</a:t>
            </a:r>
            <a:endParaRPr lang="en-US" sz="13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大模型参数规模持续增长，同时小模型（SLM）在垂直场景表现优异</a:t>
            </a:r>
            <a:endParaRPr lang="en-US" sz="13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AI与云计算、物联网、区块链深度融合，构建智能生态系统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7772400" cy="731520"/>
          </a:xfrm>
          <a:prstGeom prst="rect">
            <a:avLst/>
          </a:prstGeom>
          <a:solidFill>
            <a:srgbClr val="3B82F6">
              <a:alpha val="1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57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AI不会取代人类，但善用AI的人将取代不善用AI的人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数据来源：Gartner、McKinsey、Stanford AI Index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人工智能发展趋势</dc:title>
  <dc:subject>2025年AI发展趋势概览</dc:subject>
  <dc:creator>AI Trends</dc:creator>
  <cp:lastModifiedBy>AI Trends</cp:lastModifiedBy>
  <cp:revision>1</cp:revision>
  <dcterms:created xsi:type="dcterms:W3CDTF">2026-05-27T13:00:12Z</dcterms:created>
  <dcterms:modified xsi:type="dcterms:W3CDTF">2026-05-27T13:00:12Z</dcterms:modified>
</cp:coreProperties>
</file>