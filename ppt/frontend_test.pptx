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前端测试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Testing — 保障前端质量的关键实践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3474720"/>
            <a:ext cx="2743200" cy="36576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测试金字塔 · 工具链 · 最佳实践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前端测试金字塔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0" y="1005840"/>
            <a:ext cx="4572000" cy="914400"/>
          </a:xfrm>
          <a:prstGeom prst="rect">
            <a:avLst/>
          </a:prstGeom>
          <a:solidFill>
            <a:srgbClr val="FC818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0" y="1005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E2E 测试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Cypress / Playwright / Selenium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2103120"/>
            <a:ext cx="6400800" cy="914400"/>
          </a:xfrm>
          <a:prstGeom prst="rect">
            <a:avLst/>
          </a:prstGeom>
          <a:solidFill>
            <a:srgbClr val="F6AD5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21031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集成测试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React Testing Library / Vue Test Utils / MSW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68D39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单元测试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Jest / Vitest / Mocha + Chai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0" y="1051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覆盖核心用户流程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耗时最长，维护成本高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数量最少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63840" y="21488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验证组件交互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Mock API 请求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中等数量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0" y="32461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测试纯函数 / 工具函数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运行速度最快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数量最多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6CB0"/>
                </a:solidFill>
              </a:rPr>
              <a:t>💡 核心原则：</a:t>
            </a:r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测试应覆盖用户行为而非实现细节  |  遵循 Testing Trophy 模型  |  80% 单元 + 15% 集成 + 5% E2E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前端测试</dc:title>
  <dc:subject>PptxGenJS Presentation</dc:subject>
  <dc:creator>AI Assistant</dc:creator>
  <cp:lastModifiedBy>AI Assistant</cp:lastModifiedBy>
  <cp:revision>1</cp:revision>
  <dcterms:created xsi:type="dcterms:W3CDTF">2026-05-27T12:04:04Z</dcterms:created>
  <dcterms:modified xsi:type="dcterms:W3CDTF">2026-05-27T12:04:04Z</dcterms:modified>
</cp:coreProperties>
</file>