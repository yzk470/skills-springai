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3657600" cy="365760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926080"/>
            <a:ext cx="4114800" cy="41148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4114800"/>
            <a:ext cx="1371600" cy="1371600"/>
          </a:xfrm>
          <a:prstGeom prst="ellipse">
            <a:avLst/>
          </a:prstGeom>
          <a:solidFill>
            <a:srgbClr val="0284C7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4389120"/>
            <a:ext cx="73152" cy="7315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389120"/>
            <a:ext cx="73152" cy="7315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4389120"/>
            <a:ext cx="73152" cy="7315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云计算发展趋势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· 前沿洞察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从基础设施即服务到云原生智能平台的演进之路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2286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六大核心趋势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2025年云计算发展的关键方向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云原生深化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Kubernetes、Serverless、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服务网格全面普及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微服务架构成为默认选择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73736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AI云融合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GPU云、MLaaS、大模型训练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云上AI开发平台加速落地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AI驱动云运维(AIOps)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737360"/>
            <a:ext cx="256032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多云与混合云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286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跨云统一管理、多云容灾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混合云成为企业主流策略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云成本优化(FinOps)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47472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边缘计算崛起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023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云边端协同、5G+边缘计算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实时数据处理、低延迟应用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IoT与工业互联网场景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3474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47472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云安全与合规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20440" y="4023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零信任架构、云原生安全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数据隐私保护、合规即服务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CSPM与云安全态势管理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47472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474720"/>
            <a:ext cx="256032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可持续云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4023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绿色数据中心、低碳云计算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碳足迹追踪、能效优化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可再生能源驱动的云服务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114800"/>
            <a:ext cx="1828800" cy="1828800"/>
          </a:xfrm>
          <a:prstGeom prst="ellipse">
            <a:avLst/>
          </a:prstGeom>
          <a:solidFill>
            <a:srgbClr val="4F46E5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总结与展望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云智融合，重塑未来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全球云计算市场规模预计2025年突破8000亿美元，IaaS、PaaS、SaaS全面增长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AI与云深度融合，GPU云、MLaaS成为云厂商核心增长引擎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云原生技术栈持续演进，边缘计算与多云架构成为企业标配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云安全与合规需求激增，零信任架构和AI驱动的安全防护成刚需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7772400" cy="731520"/>
          </a:xfrm>
          <a:prstGeom prst="rect">
            <a:avLst/>
          </a:prstGeom>
          <a:solidFill>
            <a:srgbClr val="2563EB">
              <a:alpha val="1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云不再是技术选择，而是企业数字化转型的战略基石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数据来源：Gartner、IDC、McKinsey Cloud Report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云计算发展趋势</dc:title>
  <dc:subject>2025年云计算发展趋势概览</dc:subject>
  <dc:creator>Cloud Trends</dc:creator>
  <cp:lastModifiedBy>Cloud Trends</cp:lastModifiedBy>
  <cp:revision>1</cp:revision>
  <dcterms:created xsi:type="dcterms:W3CDTF">2026-05-27T13:08:17Z</dcterms:created>
  <dcterms:modified xsi:type="dcterms:W3CDTF">2026-05-27T13:08:17Z</dcterms:modified>
</cp:coreProperties>
</file>