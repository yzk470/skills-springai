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AI 框架介绍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将人工智能能力无缝集成到 Spring 企业应用生态系统中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大模型 · 企业级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年度技术分享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E7D3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AI 核心特性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73152" cy="16916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多模型支持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OpenAI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 Face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(本地)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97280"/>
            <a:ext cx="73152" cy="16916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AI 工具调用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6002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Calling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结构化输出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检索增强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智能体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17520"/>
            <a:ext cx="73152" cy="16916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08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数据管道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管道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文档解析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向量存储集成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元数据处理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301752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017520"/>
            <a:ext cx="73152" cy="16916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108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企业集成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35204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自动配置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响应式支持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事务管理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安全与监控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AI 提供抽象层，屏蔽不同 AI 提供商的 API 差异，让开发者专注于业务逻辑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架构概览与应用场景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11480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架构分层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74904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应用层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/ 问答 / 代码生成 / 数据分析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58568"/>
            <a:ext cx="3749040" cy="475488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5856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AI 抽象层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ChatClient / Embedding / Tool Calling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25496"/>
            <a:ext cx="3749040" cy="475488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2549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模型适配层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/ Ollama / Azure / HuggingFace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3749040" cy="475488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9242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基础设施层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向量数据库 / 文档存储 / GPU 集群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41148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典型应用场景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937760" y="1691640"/>
            <a:ext cx="3749040" cy="384048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6916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智能客服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1691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RAG 的企业知识库问答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2148840"/>
            <a:ext cx="3749040" cy="384048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148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内容生成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2148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自动生成报告、邮件、代码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2606040"/>
            <a:ext cx="3749040" cy="384048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26060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语义搜索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26060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向量化检索，理解自然语言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3063240"/>
            <a:ext cx="3749040" cy="384048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30632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AI Agent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30632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自主决策、工具调用、多步推理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3520440"/>
            <a:ext cx="3749040" cy="384048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3520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数据分析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3520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自然语言查询数据库与图表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206240"/>
            <a:ext cx="8503920" cy="5029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2062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AI — 让 AI 能力像调用 Spring Bean 一样简单自然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E7D3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AI 框架介绍</dc:title>
  <dc:subject>PptxGenJS Presentation</dc:subject>
  <dc:creator>AI Assistant</dc:creator>
  <cp:lastModifiedBy>AI Assistant</cp:lastModifiedBy>
  <cp:revision>1</cp:revision>
  <dcterms:created xsi:type="dcterms:W3CDTF">2026-05-27T11:37:09Z</dcterms:created>
  <dcterms:modified xsi:type="dcterms:W3CDTF">2026-05-27T11:37:09Z</dcterms:modified>
</cp:coreProperties>
</file>