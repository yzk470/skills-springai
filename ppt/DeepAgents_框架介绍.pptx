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3B82F6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0"/>
            <a:ext cx="4572000" cy="4572000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14B8A6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DeepAgents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下一代AI智能体框架 · 自主 · 协作 · 进化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释放AI智能体的无限潜能，构建自主决策与协作的智能系统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4114800"/>
            <a:ext cx="2286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4297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框架介绍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什么是 DeepAgents？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3716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DeepAgents 是一个新一代AI智能体框架，致力于构建能够自主感知环境、制定决策、执行任务并持续学习的智能系统。框架融合了大型语言模型（LLM）、多智能体协作、工具调用和记忆管理等核心能力，为企业和开发者提供强大的AI自动化解决方案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25603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3017520"/>
            <a:ext cx="256032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🧠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31520" y="3566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自主决策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3977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基于LLM的推理引擎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自主分析问题并制定方案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0" y="3017520"/>
            <a:ext cx="25603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3280" y="3017520"/>
            <a:ext cx="256032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Text 11"/>
          <p:cNvSpPr/>
          <p:nvPr/>
        </p:nvSpPr>
        <p:spPr>
          <a:xfrm>
            <a:off x="356616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🤝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566160" y="3566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多智能体协作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66160" y="3977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多个Agent分工协作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高效完成复杂任务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3017520"/>
            <a:ext cx="25603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3017520"/>
            <a:ext cx="256032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400800" y="3566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持续学习进化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0" y="3977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通过反馈与记忆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不断提升任务执行能力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核心特性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核心特性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3716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828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智能推理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2402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基于思维链(CoT)的深度推理能力，支持多步规划和逻辑推导，可处理复杂问题分解。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173736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66160" y="1828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工具调用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66160" y="22402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丰富的工具生态系统，支持自定义API、数据库查询、代码执行、文件操作等多种工具。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173736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0" y="1828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自然交互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0" y="22402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支持多轮对话、上下文理解、情感感知，提供类人的自然语言交互体验。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42900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1520" y="3520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工作流编排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39319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可视化工作流设计器，支持条件分支、循环、并行执行等复杂流程编排。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83280" y="342900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566160" y="3520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安全可控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566160" y="39319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多层次安全机制，包括权限控制、内容审核、沙箱隔离、操作审计等。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342900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00800" y="3520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监控分析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0" y="39319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实时监控Agent行为，提供详细的日志、指标和可视化分析面板。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架构设计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架构设计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3716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1828800" cy="502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373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感知层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560320" y="173736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环境感知 · 信息采集 · 状态监控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463040" y="2240280"/>
            <a:ext cx="0" cy="13716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377440"/>
            <a:ext cx="1828800" cy="5029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3774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推理层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560320" y="237744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LLM驱动 · 思维链 · 规划决策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463040" y="2880360"/>
            <a:ext cx="0" cy="13716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017520"/>
            <a:ext cx="1828800" cy="5029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017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执行层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60320" y="30175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工具调用 · API集成 · 代码执行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463040" y="3520440"/>
            <a:ext cx="0" cy="137160"/>
          </a:xfrm>
          <a:prstGeom prst="line">
            <a:avLst/>
          </a:prstGeom>
          <a:noFill/>
          <a:ln w="1905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657600"/>
            <a:ext cx="1828800" cy="5029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6576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记忆层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560320" y="365760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短期记忆 · 长期记忆 · 经验回放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463040" y="4160520"/>
            <a:ext cx="0" cy="137160"/>
          </a:xfrm>
          <a:prstGeom prst="line">
            <a:avLst/>
          </a:prstGeom>
          <a:noFill/>
          <a:ln w="19050">
            <a:solidFill>
              <a:srgbClr val="8B5C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297680"/>
            <a:ext cx="1828800" cy="50292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2976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协作层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560320" y="429768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Agent间通信 · 任务分配 · 结果聚合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17920" y="1737360"/>
            <a:ext cx="256032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00800" y="1828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技术栈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0" y="228600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 / Claude / 文心</a:t>
            </a:r>
            <a:endParaRPr lang="en-US" sz="11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 / LlamaIndex</a:t>
            </a:r>
            <a:endParaRPr lang="en-US" sz="11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向量数据库 (Pinecone)</a:t>
            </a:r>
            <a:endParaRPr lang="en-US" sz="11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沙箱执行</a:t>
            </a:r>
            <a:endParaRPr lang="en-US" sz="11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 实时通信</a:t>
            </a:r>
            <a:endParaRPr lang="en-US" sz="11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gRPC 服务间调用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3B82F6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914400"/>
            <a:ext cx="3200400" cy="3200400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总结与展望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开启智能体新时代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DeepAgents — 让每个企业都拥有自己的AI智能体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18288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01752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8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已实现：核心框架、LLM集成、多Agent协作、工具调用</a:t>
            </a:r>
            <a:endParaRPr lang="en-US" sz="13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🔜 进行中：自主学习、跨模态理解、边缘部署</a:t>
            </a:r>
            <a:endParaRPr lang="en-US" sz="13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愿景：成为最开放、最智能的企业级AI智能体平台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4114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联系我们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4348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官网：www.deepagents.ai  |  邮箱：contact@deepagents.ai  |  GitHub：github.com/deepagents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DeepAgents - 下一代AI智能体框架</dc:title>
  <dc:subject>DeepAgents 框架介绍</dc:subject>
  <dc:creator>DeepAgents</dc:creator>
  <cp:lastModifiedBy>DeepAgents</cp:lastModifiedBy>
  <cp:revision>1</cp:revision>
  <dcterms:created xsi:type="dcterms:W3CDTF">2026-05-27T12:40:36Z</dcterms:created>
  <dcterms:modified xsi:type="dcterms:W3CDTF">2026-05-27T12:40:36Z</dcterms:modified>
</cp:coreProperties>
</file>