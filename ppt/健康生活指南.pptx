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健康生活指南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均衡饮食 · 规律运动 · 良好心态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健康是人生最宝贵的财富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健康三大支柱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均衡饮食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食物多样，谷类为主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多吃蔬果、奶类、大豆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适量鱼禽蛋瘦肉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少盐少油，控糖限酒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474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🏃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规律运动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每周150分钟有氧运动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每周2次力量训练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推荐：快走、慢跑、游泳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久坐每1小时起身活动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🧘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良好心态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保证7-9小时优质睡眠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学会减压放松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保持社交连接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必要时寻求专业帮助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行动起来，从今天开始！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373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每天喝足8杯水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每天吃够5种蔬果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每周运动3-5次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每晚11点前入睡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每天保持好心情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健康生活，从每一个小改变开始 💪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健康生活指南</dc:title>
  <dc:subject>PptxGenJS Presentation</dc:subject>
  <dc:creator>健康生活</dc:creator>
  <cp:lastModifiedBy>健康生活</cp:lastModifiedBy>
  <cp:revision>1</cp:revision>
  <dcterms:created xsi:type="dcterms:W3CDTF">2026-05-27T14:13:54Z</dcterms:created>
  <dcterms:modified xsi:type="dcterms:W3CDTF">2026-05-27T14:13:54Z</dcterms:modified>
</cp:coreProperties>
</file>