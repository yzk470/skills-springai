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73152" cy="2926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区块链技术原理与应用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Blockchain: Principles &amp; Applications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2743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2025年度技术分享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097280" cy="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区块链底层原理、共识机制与数据结构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93192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73152" cy="1371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691640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9788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978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金融、供应链、政务、医疗等落地案例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73152" cy="137160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技术挑战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3794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扩展性、安全性、隐私保护与监管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108960"/>
            <a:ext cx="393192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08960"/>
            <a:ext cx="73152" cy="13716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97880" y="3794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Web3、DePIN、RWA与产业融合趋势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16916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分布式账本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去中心化数据存储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链式数据结构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默克尔树(Merkle Tree)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不可篡改特性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114800" cy="16916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411480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共识机制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 工作量证明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权益证明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DPoS 委托权益证明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PBFT 拜占庭容错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4114800" cy="41148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密码学基础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非对称加密(公私钥)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哈希函数(SHA-256)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数字签名(ECDSA)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零知识证明(zk-SNARKs)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114800" cy="169164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63240"/>
            <a:ext cx="4114800" cy="411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智能合约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图灵完备的脚本语言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以太坊虚拟机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Solidity/Rust开发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机制与执行模型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4572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0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1600200" cy="3566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1600200" cy="91440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" y="219456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数字金融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05156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数字货币、跨境支付、DeFi去中心化金融、代币化资产(RWA)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29968" y="1188720"/>
            <a:ext cx="1600200" cy="3566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1188720"/>
            <a:ext cx="1600200" cy="91440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029968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03120" y="219456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供应链溯源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04288" y="2651760"/>
            <a:ext cx="105156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27889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商品全链路追踪、防伪验证、物流数据存证、供应商信用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85616" y="1188720"/>
            <a:ext cx="1600200" cy="3566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85616" y="1188720"/>
            <a:ext cx="1600200" cy="91440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85616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858768" y="219456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政务应用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59936" y="2651760"/>
            <a:ext cx="105156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27889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数字身份认证、电子证照、不动产登记、投票选举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41264" y="1188720"/>
            <a:ext cx="1600200" cy="3566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41264" y="1188720"/>
            <a:ext cx="1600200" cy="91440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541264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614416" y="219456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医疗健康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15584" y="2651760"/>
            <a:ext cx="105156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2704" y="27889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电子病历共享、药品溯源、临床试验数据存证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96912" y="1188720"/>
            <a:ext cx="1600200" cy="3566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96912" y="1188720"/>
            <a:ext cx="1600200" cy="91440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296912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370064" y="219456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数字内容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71232" y="2651760"/>
            <a:ext cx="105156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27889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NFT数字藏品、版权保护、创作者经济、元宇宙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45720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1097280" cy="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97864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与去中心化互联网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用户掌握数据主权，DApp生态爆发，去中心化社交与搜索兴起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658368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975104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DePIN 物理基础设施网络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221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区块链+IoT赋能分布式算力、存储、无线网络等物理基础设施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8412480" cy="658368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752344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670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真实资产代币化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房地产、债券、大宗商品上链，打通传统金融与DeFi的桥梁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529584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447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Layer2 与分片扩容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776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ZK-Rollup、Optimistic Rollup解决可扩展性三角难题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4306824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区块链融合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553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去中心化AI训练、数据隐私保护、智能合约自动化审计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CD4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探索区块链的无限可能 | 共建可信数字未来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区块链技术原理与应用</dc:title>
  <dc:subject>PptxGenJS Presentation</dc:subject>
  <dc:creator>区块链技术团队</dc:creator>
  <cp:lastModifiedBy>区块链技术团队</cp:lastModifiedBy>
  <cp:revision>1</cp:revision>
  <dcterms:created xsi:type="dcterms:W3CDTF">2026-05-27T12:12:37Z</dcterms:created>
  <dcterms:modified xsi:type="dcterms:W3CDTF">2026-05-27T12:12:37Z</dcterms:modified>
</cp:coreProperties>
</file>