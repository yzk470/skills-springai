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这是一个测试演示文稿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生成日期: 2026/5/27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这是第一个测试功能模块的描述文字，用于展示PPT中的内容排版效果。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73152" cy="1645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这是第二个测试功能模块的描述文字，用于展示PPT中的内容排版效果。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要点列表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第一项：页面布局测试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第二项：字体样式测试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第三项：颜色搭配测试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第四项：整体效果测试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测试PPT</dc:title>
  <dc:subject>PptxGenJS Presentation</dc:subject>
  <dc:creator>AI Assistant</dc:creator>
  <cp:lastModifiedBy>AI Assistant</cp:lastModifiedBy>
  <cp:revision>1</cp:revision>
  <dcterms:created xsi:type="dcterms:W3CDTF">2026-05-27T11:55:08Z</dcterms:created>
  <dcterms:modified xsi:type="dcterms:W3CDTF">2026-05-27T11:55:08Z</dcterms:modified>
</cp:coreProperties>
</file>