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AA"/>
                </a:solidFill>
                <a:latin typeface="Georgia"/>
              </a:defRPr>
            </a:pPr>
            <a:r>
              <a:t>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Georgia"/>
              </a:defRPr>
            </a:pPr>
            <a:r>
              <a:t>The Future of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How intelligent agents are reshaping work, creativity, and decision-making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Georgia"/>
              </a:defRPr>
            </a:pPr>
            <a:r>
              <a:t>What Are AI Agents?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AI agents are autonomous software entities that perceive their environment, make decisions, and take actions to achieve specific goals.</a:t>
            </a:r>
            <a:br/>
            <a:br/>
            <a:r>
              <a:t>Key Characteristics:</a:t>
            </a:r>
            <a:br/>
            <a:r>
              <a:t>- Autonomy: Operate without human intervention</a:t>
            </a:r>
            <a:br/>
            <a:r>
              <a:t>- Reactivity: Respond to environmental changes</a:t>
            </a:r>
            <a:br/>
            <a:r>
              <a:t>- Proactivity: Take initiative to achieve goals</a:t>
            </a:r>
            <a:br/>
            <a:r>
              <a:t>- Social Ability: Communicate with other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Georgia"/>
              </a:defRPr>
            </a:pPr>
            <a:r>
              <a:t>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560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Georgia"/>
              </a:defRPr>
            </a:pPr>
            <a:r>
              <a:t>Proactive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Georgia"/>
              </a:defRPr>
            </a:pPr>
            <a:r>
              <a:t>Collaborative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Georgia"/>
              </a:defRPr>
            </a:pPr>
            <a:r>
              <a:t>Key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Georgia"/>
              </a:defRPr>
            </a:pPr>
            <a:r>
              <a:t>LLMs &amp; 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Large Language Models provide</a:t>
            </a:r>
            <a:br/>
            <a:r>
              <a:t>reasoning and language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Georgia"/>
              </a:defRPr>
            </a:pPr>
            <a:r>
              <a:t>Tool Use &amp; Function 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Agents interact with external</a:t>
            </a:r>
            <a:br/>
            <a:r>
              <a:t>APIs, databases,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Georgia"/>
              </a:defRPr>
            </a:pPr>
            <a:r>
              <a:t>Memory &amp;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Vector stores and context windows</a:t>
            </a:r>
            <a:br/>
            <a:r>
              <a:t>enable persistent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Georgia"/>
              </a:defRPr>
            </a:pPr>
            <a:r>
              <a:t>Multi-Agent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80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Specialized agents collaborate</a:t>
            </a:r>
            <a:br/>
            <a:r>
              <a:t>to solve complex 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Georgia"/>
              </a:defRPr>
            </a:pPr>
            <a: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Georgia"/>
              </a:defRPr>
            </a:pPr>
            <a:r>
              <a:t>Customer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AI agents handle 80% of</a:t>
            </a:r>
            <a:br/>
            <a:r>
              <a:t>routine support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Georgia"/>
              </a:defRPr>
            </a:pPr>
            <a:r>
              <a:t>Code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926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Agents write, test, and</a:t>
            </a:r>
            <a:br/>
            <a:r>
              <a:t>deploy software autonomously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Georgia"/>
              </a:defRPr>
            </a:pPr>
            <a:r>
              <a:t>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926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Multi-agent systems uncover</a:t>
            </a:r>
            <a:br/>
            <a:r>
              <a:t>insights from complex datasets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D4AA"/>
                </a:solidFill>
                <a:latin typeface="Georgia"/>
              </a:defRPr>
            </a:pPr>
            <a:r>
              <a:t>2025+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Calibri"/>
              </a:defRPr>
            </a:pPr>
            <a:r>
              <a:t>The Year of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Georgia"/>
              </a:defRPr>
            </a:pPr>
            <a:r>
              <a:t>AI agents will assist us, collaborate with us, and</a:t>
            </a:r>
            <a:br/>
            <a:r>
              <a:t>operate autonomously at a scale we have never seen.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