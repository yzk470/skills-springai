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2EC4B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E07A5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Work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Challenges &amp; Opportunities in 2025 &amp; Beyond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2286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FutureWorks Research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is no longer a temporary shift — it's a permanent transformation.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77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workforce fully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by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210312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377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3474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remote workers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higher productivity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377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3474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remote talent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210312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2377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$11K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3474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 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employee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Global Workplace Analytics, 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Driving the Shift?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33554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82880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103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collaboration, AI assistants, and VR meeting spaces make remote work seamless and immersive.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33554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06324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29718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Competition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337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now hire globally. Location is no longer a barrier to accessing top talent.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3355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2976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42062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Expectations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572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balance, flexibility, and autonomy are now non-negotiable for top performers.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3492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3355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55321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532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54406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20240" y="5806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real estate footprint and operational overhead drive significant business savings.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64592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4630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583680" y="1463040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E8F8F5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6459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066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1828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Async-first culture + scheduled sync touchpoints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28803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20240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920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6974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583680" y="2697480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E8F8F5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880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066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3063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stipends, boundaries, and flexible hours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5840" y="411480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920240" y="4069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92024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393192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583680" y="3931920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E8F8F5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114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066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4297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 and VPN infrastructure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1520" y="516636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05840" y="534924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5349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920240" y="5303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920240" y="5669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516636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6583680" y="5166360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E8F8F5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5349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0664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0" y="55321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mentorship and transparent promotion paths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2EC4B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07A5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is Flexible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286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embrace remote work will: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global talent pool without geographic limits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more diverse, inclusive, and resilient teams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operational costs while boosting productivity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5120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 and retain top talent through flexibility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669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best way to predict the future is to create it."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2026-05-27T10:45:38Z</dcterms:created>
  <dcterms:modified xsi:type="dcterms:W3CDTF">2026-05-27T10:45:38Z</dcterms:modified>
</cp:coreProperties>
</file>